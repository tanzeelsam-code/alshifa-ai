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9436" y="1541413"/>
            <a:ext cx="6184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Alshifa AI Medical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97940" y="2189113"/>
            <a:ext cx="314782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Aft>
                <a:spcPts val="900"/>
              </a:spcAft>
              <a:buNone/>
            </a:pPr>
            <a:r>
              <a:rPr lang="en-US" sz="2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UX Redesign Proposal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79436" y="2756297"/>
            <a:ext cx="61849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Streamlining Patient Intake &amp; Reducing Friction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479436" y="3377208"/>
            <a:ext cx="61849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January 15,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5191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 with Current Patient Intake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67123"/>
            <a:ext cx="8382000" cy="780901"/>
          </a:xfrm>
          <a:prstGeom prst="roundRect">
            <a:avLst>
              <a:gd name="adj" fmla="val 487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267123"/>
            <a:ext cx="0" cy="780901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438573"/>
            <a:ext cx="81415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Repetitive Data Collection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00" y="1689943"/>
            <a:ext cx="8141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demographics collected on every visit, even when unchanged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181374"/>
            <a:ext cx="8382000" cy="780901"/>
          </a:xfrm>
          <a:prstGeom prst="roundRect">
            <a:avLst>
              <a:gd name="adj" fmla="val 487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9575" y="2181374"/>
            <a:ext cx="0" cy="780901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352824"/>
            <a:ext cx="81415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Questions Buried Mid-Flow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609600" y="2604195"/>
            <a:ext cx="8141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emergency screening appears after demographics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095625"/>
            <a:ext cx="8382000" cy="780901"/>
          </a:xfrm>
          <a:prstGeom prst="roundRect">
            <a:avLst>
              <a:gd name="adj" fmla="val 487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9575" y="3095625"/>
            <a:ext cx="0" cy="780901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267075"/>
            <a:ext cx="81415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Instead of Date of Birth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09600" y="3518446"/>
            <a:ext cx="8141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recalculation needed each visit; potential for errors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4009876"/>
            <a:ext cx="8382000" cy="780901"/>
          </a:xfrm>
          <a:prstGeom prst="roundRect">
            <a:avLst>
              <a:gd name="adj" fmla="val 487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9575" y="4009876"/>
            <a:ext cx="0" cy="780901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4181326"/>
            <a:ext cx="81415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User Differentiation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09600" y="4432697"/>
            <a:ext cx="8141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lengthy process for first-time and returning patients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0326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Flow: Too Many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93019" y="1316534"/>
            <a:ext cx="1757363" cy="868561"/>
          </a:xfrm>
          <a:prstGeom prst="roundRect">
            <a:avLst>
              <a:gd name="adj" fmla="val 8773"/>
            </a:avLst>
          </a:prstGeom>
          <a:solidFill>
            <a:srgbClr val="ECF0F1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69755" y="1468934"/>
            <a:ext cx="14038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9755" y="1846064"/>
            <a:ext cx="1403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Age/Sex/Height/Weight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64681" y="1564184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BDC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545681" y="1316534"/>
            <a:ext cx="1714500" cy="868561"/>
          </a:xfrm>
          <a:prstGeom prst="roundRect">
            <a:avLst>
              <a:gd name="adj" fmla="val 8773"/>
            </a:avLst>
          </a:prstGeom>
          <a:solidFill>
            <a:srgbClr val="ECF0F1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22846" y="1468934"/>
            <a:ext cx="13601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22846" y="1846064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Reason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74481" y="1564184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BDC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755481" y="1316534"/>
            <a:ext cx="1714500" cy="868561"/>
          </a:xfrm>
          <a:prstGeom prst="roundRect">
            <a:avLst>
              <a:gd name="adj" fmla="val 8773"/>
            </a:avLst>
          </a:prstGeom>
          <a:solidFill>
            <a:srgbClr val="ECF0F1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2646" y="1468934"/>
            <a:ext cx="13601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32646" y="1846064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Questions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4281" y="1564184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BDC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14750" y="2299395"/>
            <a:ext cx="1714500" cy="868561"/>
          </a:xfrm>
          <a:prstGeom prst="roundRect">
            <a:avLst>
              <a:gd name="adj" fmla="val 8773"/>
            </a:avLst>
          </a:prstGeom>
          <a:solidFill>
            <a:srgbClr val="ECF0F1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91915" y="2451795"/>
            <a:ext cx="13601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91915" y="2828925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9850" y="3434655"/>
            <a:ext cx="1714500" cy="868561"/>
          </a:xfrm>
          <a:prstGeom prst="roundRect">
            <a:avLst>
              <a:gd name="adj" fmla="val 8773"/>
            </a:avLst>
          </a:prstGeom>
          <a:solidFill>
            <a:srgbClr val="ECF0F1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87015" y="3587055"/>
            <a:ext cx="13601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87015" y="3964186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Allergies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8650" y="368230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BDC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819650" y="3434655"/>
            <a:ext cx="1714500" cy="868561"/>
          </a:xfrm>
          <a:prstGeom prst="roundRect">
            <a:avLst>
              <a:gd name="adj" fmla="val 8773"/>
            </a:avLst>
          </a:prstGeom>
          <a:solidFill>
            <a:srgbClr val="ECF0F1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96815" y="3587055"/>
            <a:ext cx="13601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96815" y="3964186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680049"/>
            <a:ext cx="85496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Returning patients must complete all 6 steps on every visit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7393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Redesigned Architecture: Two-Track System</a:t>
            </a:r>
            <a:endParaRPr lang="en-US" sz="2700" dirty="0"/>
          </a:p>
        </p:txBody>
      </p:sp>
      <p:pic>
        <p:nvPicPr>
          <p:cNvPr id="3" name="Image 0" descr="/tmp/rasterized-gradient-a783e1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52500"/>
            <a:ext cx="4076700" cy="419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1200150"/>
            <a:ext cx="2192238" cy="419100"/>
          </a:xfrm>
          <a:prstGeom prst="roundRect">
            <a:avLst>
              <a:gd name="adj" fmla="val 1363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1050" y="1276350"/>
            <a:ext cx="19251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FIRST-TIME PATIENT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8650" y="1771650"/>
            <a:ext cx="317696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Registration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8650" y="2177951"/>
            <a:ext cx="35814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demographics (DOB, not age)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medical history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conditions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medications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allergies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8650" y="4159151"/>
            <a:ext cx="3581400" cy="401836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47700" y="4159151"/>
            <a:ext cx="0" cy="40183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050" y="4273451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Collect once, use forever</a:t>
            </a:r>
            <a:endParaRPr lang="en-US" sz="975" dirty="0"/>
          </a:p>
        </p:txBody>
      </p:sp>
      <p:pic>
        <p:nvPicPr>
          <p:cNvPr id="11" name="Image 1" descr="/tmp/rasterized-gradient-208086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952500"/>
            <a:ext cx="4076700" cy="4191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3950" y="1200150"/>
            <a:ext cx="2266355" cy="419100"/>
          </a:xfrm>
          <a:prstGeom prst="roundRect">
            <a:avLst>
              <a:gd name="adj" fmla="val 13636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086350" y="1276350"/>
            <a:ext cx="2000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RETURNING PATIENT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3950" y="1771650"/>
            <a:ext cx="196253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Check-In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3950" y="2177951"/>
            <a:ext cx="35814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emergency triage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reason selection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Relevant questions only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data updates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"no changes" option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933950" y="3854351"/>
            <a:ext cx="3581400" cy="401836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4953000" y="3854351"/>
            <a:ext cx="0" cy="401836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86350" y="3968651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3-4 screens vs current 6+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Visit: Build Complete Profile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4095750" cy="992386"/>
          </a:xfrm>
          <a:prstGeom prst="roundRect">
            <a:avLst>
              <a:gd name="adj" fmla="val 7678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952500"/>
            <a:ext cx="0" cy="99238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0550" y="1123950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0550" y="1401961"/>
            <a:ext cx="37890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name,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of Birth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(auto-calculate age), sex, height, weight, contact info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078236"/>
            <a:ext cx="4095750" cy="806648"/>
          </a:xfrm>
          <a:prstGeom prst="roundRect">
            <a:avLst>
              <a:gd name="adj" fmla="val 9446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078236"/>
            <a:ext cx="0" cy="806648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550" y="2249686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0550" y="2527697"/>
            <a:ext cx="378904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surgeries, chronic conditions, family history, blood type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018234"/>
            <a:ext cx="4095750" cy="806648"/>
          </a:xfrm>
          <a:prstGeom prst="roundRect">
            <a:avLst>
              <a:gd name="adj" fmla="val 9446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018234"/>
            <a:ext cx="0" cy="806648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550" y="3189684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Medications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550" y="3467695"/>
            <a:ext cx="378904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dosage, frequency for all ongoing medications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67250" y="952500"/>
            <a:ext cx="4095750" cy="992386"/>
          </a:xfrm>
          <a:prstGeom prst="roundRect">
            <a:avLst>
              <a:gd name="adj" fmla="val 7678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952500"/>
            <a:ext cx="0" cy="99238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0" y="1123950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Allergies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6800" y="1401961"/>
            <a:ext cx="37890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Substance and reaction type for drug, food, and environmental allergies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67250" y="2078236"/>
            <a:ext cx="4095750" cy="806648"/>
          </a:xfrm>
          <a:prstGeom prst="roundRect">
            <a:avLst>
              <a:gd name="adj" fmla="val 9446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86300" y="2078236"/>
            <a:ext cx="0" cy="806648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0" y="2249686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0" y="2527697"/>
            <a:ext cx="378904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relationship, phone number for emergency situations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67250" y="3018234"/>
            <a:ext cx="4095750" cy="806648"/>
          </a:xfrm>
          <a:prstGeom prst="roundRect">
            <a:avLst>
              <a:gd name="adj" fmla="val 9446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86300" y="3018234"/>
            <a:ext cx="0" cy="806648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6800" y="3189684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6800" y="3467695"/>
            <a:ext cx="378904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Provider, policy number, coverage details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81000" y="4029075"/>
            <a:ext cx="8382000" cy="542925"/>
          </a:xfrm>
          <a:prstGeom prst="roundRect">
            <a:avLst>
              <a:gd name="adj" fmla="val 14035"/>
            </a:avLst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0550" y="4200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Key Principle: This data persists across all future visits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0624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Visit: Start with What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16324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47142" y="126801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28750" y="1017687"/>
            <a:ext cx="6953250" cy="767507"/>
          </a:xfrm>
          <a:prstGeom prst="roundRect">
            <a:avLst>
              <a:gd name="adj" fmla="val 9928"/>
            </a:avLst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6400" y="1189137"/>
            <a:ext cx="658710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Triage First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676400" y="1440507"/>
            <a:ext cx="65871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screening for chest pain, breathing difficulty, consciousness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102197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7142" y="220697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8750" y="1956643"/>
            <a:ext cx="6953250" cy="767507"/>
          </a:xfrm>
          <a:prstGeom prst="roundRect">
            <a:avLst>
              <a:gd name="adj" fmla="val 9928"/>
            </a:avLst>
          </a:prstGeom>
          <a:solidFill>
            <a:srgbClr val="E8F5F1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76400" y="2128093"/>
            <a:ext cx="658710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Reason Selection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676400" y="2379464"/>
            <a:ext cx="65871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• Follow-up • New Symptom • Medication Issue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62000" y="3041154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7142" y="314592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28750" y="2895600"/>
            <a:ext cx="6953250" cy="767507"/>
          </a:xfrm>
          <a:prstGeom prst="roundRect">
            <a:avLst>
              <a:gd name="adj" fmla="val 9928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400" y="3067050"/>
            <a:ext cx="658710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D68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Relevant Questions Only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676400" y="3318421"/>
            <a:ext cx="65871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questions based on visit reason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62000" y="398011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47142" y="408488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28750" y="3834557"/>
            <a:ext cx="6953250" cy="767507"/>
          </a:xfrm>
          <a:prstGeom prst="roundRect">
            <a:avLst>
              <a:gd name="adj" fmla="val 9928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76400" y="4006007"/>
            <a:ext cx="658710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87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Updates &amp; Book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676400" y="4257377"/>
            <a:ext cx="65871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or update pre-filled data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81000" y="4680049"/>
            <a:ext cx="85496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option: "Nothing has changed" button skips directly to booking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71603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First: Emergency Screening Upfront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23133" y="1232595"/>
            <a:ext cx="3297585" cy="45720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84467" y="1327845"/>
            <a:ext cx="2974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Red Flag Questions (Screen 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880295"/>
            <a:ext cx="1995487" cy="1363861"/>
          </a:xfrm>
          <a:prstGeom prst="roundRect">
            <a:avLst>
              <a:gd name="adj" fmla="val 5587"/>
            </a:avLst>
          </a:prstGeom>
          <a:solidFill>
            <a:srgbClr val="FFF5F5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5071" y="2080320"/>
            <a:ext cx="162734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💔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5071" y="2655540"/>
            <a:ext cx="162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Chest Pain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65071" y="2884140"/>
            <a:ext cx="16273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or radiating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09838" y="1880295"/>
            <a:ext cx="1995487" cy="1363861"/>
          </a:xfrm>
          <a:prstGeom prst="roundRect">
            <a:avLst>
              <a:gd name="adj" fmla="val 5587"/>
            </a:avLst>
          </a:prstGeom>
          <a:solidFill>
            <a:srgbClr val="FFF5F5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93908" y="2080320"/>
            <a:ext cx="162734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🫁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693908" y="2655540"/>
            <a:ext cx="162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Breathing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693908" y="2884140"/>
            <a:ext cx="16273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Shortness of breath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38675" y="1880295"/>
            <a:ext cx="1995487" cy="1363861"/>
          </a:xfrm>
          <a:prstGeom prst="roundRect">
            <a:avLst>
              <a:gd name="adj" fmla="val 5587"/>
            </a:avLst>
          </a:prstGeom>
          <a:solidFill>
            <a:srgbClr val="FFF5F5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2746" y="2080320"/>
            <a:ext cx="162734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822746" y="2655540"/>
            <a:ext cx="162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Consciousness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22746" y="2884140"/>
            <a:ext cx="16273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Altered mental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7513" y="1880295"/>
            <a:ext cx="1995487" cy="1363861"/>
          </a:xfrm>
          <a:prstGeom prst="roundRect">
            <a:avLst>
              <a:gd name="adj" fmla="val 5587"/>
            </a:avLst>
          </a:prstGeom>
          <a:solidFill>
            <a:srgbClr val="FFF5F5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1583" y="2080320"/>
            <a:ext cx="162734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🩸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951583" y="2655540"/>
            <a:ext cx="162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Bleeding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951583" y="2884140"/>
            <a:ext cx="16273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Uncontrolled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1000" y="3472755"/>
            <a:ext cx="8382000" cy="914400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1500" y="3663255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18456" y="3698528"/>
            <a:ext cx="480871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D68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ANY red flag: YES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18456" y="3961358"/>
            <a:ext cx="48087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Emergency protocol triggered • Display "Call 911" option • Skip regular intake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680049"/>
            <a:ext cx="85496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system: Emergency questions appear as step 3 of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7717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Patient Data, Reduce Friction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4324350" cy="4191000"/>
          </a:xfrm>
          <a:prstGeom prst="roundRect">
            <a:avLst>
              <a:gd name="adj" fmla="val 2727"/>
            </a:avLst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200150"/>
            <a:ext cx="39056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Pre-Filled Form Example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8650" y="1786830"/>
            <a:ext cx="38290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948755"/>
            <a:ext cx="529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kg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8650" y="2663130"/>
            <a:ext cx="3829050" cy="533400"/>
          </a:xfrm>
          <a:prstGeom prst="roundRect">
            <a:avLst>
              <a:gd name="adj" fmla="val 10714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2825055"/>
            <a:ext cx="6372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 cm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8650" y="3539430"/>
            <a:ext cx="38290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3701355"/>
            <a:ext cx="29806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Metformin 500mg, Lisinopril 10mg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3950" y="1244203"/>
            <a:ext cx="3829050" cy="787598"/>
          </a:xfrm>
          <a:prstGeom prst="roundRect">
            <a:avLst>
              <a:gd name="adj" fmla="val 9675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0" y="1244203"/>
            <a:ext cx="0" cy="787598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0" y="1415653"/>
            <a:ext cx="35170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Show Last Known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3500" y="1674614"/>
            <a:ext cx="351701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stored data instead of empty forms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33950" y="2184202"/>
            <a:ext cx="3829050" cy="787598"/>
          </a:xfrm>
          <a:prstGeom prst="roundRect">
            <a:avLst>
              <a:gd name="adj" fmla="val 9675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53000" y="2184202"/>
            <a:ext cx="0" cy="787598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0" y="2355652"/>
            <a:ext cx="35170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68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Highlight Stale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43500" y="2614613"/>
            <a:ext cx="351701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indicator for fields not updated in 6+ months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33950" y="3124200"/>
            <a:ext cx="3829050" cy="787598"/>
          </a:xfrm>
          <a:prstGeom prst="roundRect">
            <a:avLst>
              <a:gd name="adj" fmla="val 9675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53000" y="3124200"/>
            <a:ext cx="0" cy="787598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295650"/>
            <a:ext cx="35170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Quick Edit Option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3554611"/>
            <a:ext cx="351701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to modify, or confirm all with one button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33950" y="4064198"/>
            <a:ext cx="3829050" cy="787598"/>
          </a:xfrm>
          <a:prstGeom prst="roundRect">
            <a:avLst>
              <a:gd name="adj" fmla="val 9675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953000" y="4064198"/>
            <a:ext cx="0" cy="787598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0" y="4235648"/>
            <a:ext cx="35170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87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Express Check-In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43500" y="4494609"/>
            <a:ext cx="351701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"Nothing changed" button skips to booking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4996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vs After: Dramatic Improvement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417314"/>
            <a:ext cx="3810000" cy="4594622"/>
          </a:xfrm>
          <a:prstGeom prst="roundRect">
            <a:avLst>
              <a:gd name="adj" fmla="val 3000"/>
            </a:avLst>
          </a:prstGeom>
          <a:solidFill>
            <a:srgbClr val="FFF5F5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125" y="655439"/>
            <a:ext cx="2088505" cy="419100"/>
          </a:xfrm>
          <a:prstGeom prst="roundRect">
            <a:avLst>
              <a:gd name="adj" fmla="val 1363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2475" y="731639"/>
            <a:ext cx="18582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CURRENT 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9125" y="1226939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Returning Patient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125" y="1607939"/>
            <a:ext cx="3333750" cy="369540"/>
          </a:xfrm>
          <a:prstGeom prst="roundRect">
            <a:avLst>
              <a:gd name="adj" fmla="val 15465"/>
            </a:avLst>
          </a:prstGeom>
          <a:solidFill>
            <a:srgbClr val="FFFFFF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712714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Demographics 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2053679"/>
            <a:ext cx="3333750" cy="369540"/>
          </a:xfrm>
          <a:prstGeom prst="roundRect">
            <a:avLst>
              <a:gd name="adj" fmla="val 15465"/>
            </a:avLst>
          </a:prstGeom>
          <a:solidFill>
            <a:srgbClr val="FFFFFF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2158454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Visit reason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2499420"/>
            <a:ext cx="3333750" cy="369540"/>
          </a:xfrm>
          <a:prstGeom prst="roundRect">
            <a:avLst>
              <a:gd name="adj" fmla="val 15465"/>
            </a:avLst>
          </a:prstGeom>
          <a:solidFill>
            <a:srgbClr val="FFFFFF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604195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Emergency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9125" y="2945160"/>
            <a:ext cx="3333750" cy="369540"/>
          </a:xfrm>
          <a:prstGeom prst="roundRect">
            <a:avLst>
              <a:gd name="adj" fmla="val 15465"/>
            </a:avLst>
          </a:prstGeom>
          <a:solidFill>
            <a:srgbClr val="FFFFFF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3049935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Medications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125" y="3390900"/>
            <a:ext cx="3333750" cy="369540"/>
          </a:xfrm>
          <a:prstGeom prst="roundRect">
            <a:avLst>
              <a:gd name="adj" fmla="val 15465"/>
            </a:avLst>
          </a:prstGeom>
          <a:solidFill>
            <a:srgbClr val="FFFFFF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2000" y="3495675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Allergies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125" y="3836640"/>
            <a:ext cx="3333750" cy="369540"/>
          </a:xfrm>
          <a:prstGeom prst="roundRect">
            <a:avLst>
              <a:gd name="adj" fmla="val 15465"/>
            </a:avLst>
          </a:prstGeom>
          <a:solidFill>
            <a:srgbClr val="FFFFFF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000" y="3941415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Book appointment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9125" y="4358580"/>
            <a:ext cx="3333750" cy="415230"/>
          </a:xfrm>
          <a:prstGeom prst="roundRect">
            <a:avLst>
              <a:gd name="adj" fmla="val 13763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2374" y="4472880"/>
            <a:ext cx="31672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6+ screens • 5-7 minutes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1500" y="2447925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953000" y="424904"/>
            <a:ext cx="3810000" cy="4579441"/>
          </a:xfrm>
          <a:prstGeom prst="roundRect">
            <a:avLst>
              <a:gd name="adj" fmla="val 3000"/>
            </a:avLst>
          </a:prstGeom>
          <a:solidFill>
            <a:srgbClr val="E8F5F1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91125" y="663029"/>
            <a:ext cx="2162324" cy="419100"/>
          </a:xfrm>
          <a:prstGeom prst="roundRect">
            <a:avLst>
              <a:gd name="adj" fmla="val 1363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4475" y="739229"/>
            <a:ext cx="1933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PROPOSED FLOW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91125" y="1234529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Returning Patient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91125" y="1615529"/>
            <a:ext cx="3333750" cy="388590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43525" y="1729829"/>
            <a:ext cx="30895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Emergency triage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1125" y="2080320"/>
            <a:ext cx="3333750" cy="388590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43525" y="2194620"/>
            <a:ext cx="30895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Visit reason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1125" y="2545110"/>
            <a:ext cx="3333750" cy="388590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43525" y="2659410"/>
            <a:ext cx="30895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Relevant questions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1125" y="3009900"/>
            <a:ext cx="3333750" cy="388590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43525" y="3124200"/>
            <a:ext cx="30895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Confirm &amp; book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1125" y="4350990"/>
            <a:ext cx="3333750" cy="415230"/>
          </a:xfrm>
          <a:prstGeom prst="roundRect">
            <a:avLst>
              <a:gd name="adj" fmla="val 13763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74374" y="4465290"/>
            <a:ext cx="31672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3-4 screens • 2-3 minutes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7180" y="4680049"/>
            <a:ext cx="85496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 reduction</a:t>
            </a:r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steps and time for returning patients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566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Recommendations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3447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7567" y="91067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784473"/>
            <a:ext cx="7810500" cy="519113"/>
          </a:xfrm>
          <a:prstGeom prst="roundRect">
            <a:avLst>
              <a:gd name="adj" fmla="val 14679"/>
            </a:avLst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971550" y="784473"/>
            <a:ext cx="0" cy="51911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936873"/>
            <a:ext cx="75392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Age with Date of Birth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Auto-calculate age, eliminate manual updates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148694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7567" y="156314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1436936"/>
            <a:ext cx="7810500" cy="519113"/>
          </a:xfrm>
          <a:prstGeom prst="roundRect">
            <a:avLst>
              <a:gd name="adj" fmla="val 1467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71550" y="1436936"/>
            <a:ext cx="0" cy="51911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1100" y="1589336"/>
            <a:ext cx="75392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Triage First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Screen for red flags immediately, before any other questions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81000" y="2139404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7567" y="221560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500" y="2089398"/>
            <a:ext cx="7810500" cy="519113"/>
          </a:xfrm>
          <a:prstGeom prst="roundRect">
            <a:avLst>
              <a:gd name="adj" fmla="val 14679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71550" y="2089398"/>
            <a:ext cx="0" cy="519113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1100" y="2241798"/>
            <a:ext cx="75392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Pre-Filled Forms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Show last known values with timestamps, not blank fields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81000" y="2791867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7567" y="286806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500" y="2741861"/>
            <a:ext cx="7810500" cy="519113"/>
          </a:xfrm>
          <a:prstGeom prst="roundRect">
            <a:avLst>
              <a:gd name="adj" fmla="val 14679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71550" y="2741861"/>
            <a:ext cx="0" cy="519113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1100" y="2894261"/>
            <a:ext cx="75392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Question Routing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Show only relevant questions based on visit reason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81000" y="344432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7567" y="352052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2500" y="3394323"/>
            <a:ext cx="7810500" cy="519113"/>
          </a:xfrm>
          <a:prstGeom prst="roundRect">
            <a:avLst>
              <a:gd name="adj" fmla="val 14679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71550" y="3394323"/>
            <a:ext cx="0" cy="519113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1100" y="3546723"/>
            <a:ext cx="75392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Check-In Option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"Nothing changed" button for returning patients with no updates</a:t>
            </a:r>
            <a:endParaRPr lang="en-US" sz="1125" dirty="0"/>
          </a:p>
        </p:txBody>
      </p:sp>
      <p:pic>
        <p:nvPicPr>
          <p:cNvPr id="28" name="Image 0" descr="/tmp/rasterized-gradient-0be44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180136"/>
            <a:ext cx="8382000" cy="65529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0352" y="437063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60% fewer screens, 50% less time, better patient safety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Assistant UX Redesign Proposal</dc:title>
  <dc:subject>PptxGenJS Presentation</dc:subject>
  <dc:creator>Alshifa AI Team</dc:creator>
  <cp:lastModifiedBy>Alshifa AI Team</cp:lastModifiedBy>
  <cp:revision>1</cp:revision>
  <dcterms:created xsi:type="dcterms:W3CDTF">2026-01-15T16:25:28Z</dcterms:created>
  <dcterms:modified xsi:type="dcterms:W3CDTF">2026-01-15T16:25:28Z</dcterms:modified>
</cp:coreProperties>
</file>